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Продажи, шт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D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Алматы-Центр</c:v>
                  </c:pt>
                  <c:pt idx="1">
                    <c:v>Астана</c:v>
                  </c:pt>
                  <c:pt idx="2">
                    <c:v>Шымкент</c:v>
                  </c:pt>
                  <c:pt idx="3">
                    <c:v>Караганда</c:v>
                  </c:pt>
                  <c:pt idx="4">
                    <c:v>Алматы-Север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3562</c:v>
                </c:pt>
                <c:pt idx="1">
                  <c:v>2980</c:v>
                </c:pt>
                <c:pt idx="2">
                  <c:v>2610</c:v>
                </c:pt>
                <c:pt idx="3">
                  <c:v>2140</c:v>
                </c:pt>
                <c:pt idx="4">
                  <c:v>1990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ED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A0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A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дилеров в ответе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D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E63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CEO (все регионы)</c:v>
                  </c:pt>
                  <c:pt idx="1">
                    <c:v>Регион Алматы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D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A0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A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чат-бот рядом с BI — аналитик внутри неё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DEB"/>
                </a:solidFill>
              </a:rPr>
              <a:t>Спросите свои </a:t>
            </a:r>
            <a:pPr indent="0" marL="0">
              <a:buNone/>
            </a:pPr>
            <a:r>
              <a:rPr lang="en-US" sz="6000" b="1" dirty="0">
                <a:solidFill>
                  <a:srgbClr val="22D3EE"/>
                </a:solidFill>
              </a:rPr>
              <a:t>данные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A098"/>
                </a:solidFill>
              </a:rPr>
              <a:t>Ответ по данным за секунды — готовый график, деловой вывод и панель «как посчитано». Черновик решения, а не угадывание.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sana-rho-ten.vercel.app   ·   демо-вход в один клик   ·   Kaz-analytics хакатон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EB"/>
                </a:solidFill>
              </a:rPr>
              <a:t>BI купили все. Пользу извлекают 5%.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098"/>
                </a:solidFill>
              </a:rPr>
              <a:t>Бизнес видит графики, но за ответом на вопрос идёт к аналитику и ждёт выгрузку.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Вопрос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«Почему упали продажи?»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9260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A098"/>
                </a:solidFill>
              </a:rPr>
              <a:t>→ Аналитик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постановка, очередь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A098"/>
                </a:solidFill>
              </a:rPr>
              <a:t>→ Выгрузка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SQL, Excel, согласования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292608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1A1210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</a:rPr>
              <a:t>→ Дни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решение опоздало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 · 4 ШАГА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AI понимает вопрос — считает база — видно, как посчитано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вопрос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«Выручка по месяцам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последний год?»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план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intent: "trend",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metrics: ["revenue"] 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strftime(...),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SUM(s.revenue) 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28600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ответ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9828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line-chart · 213 млрд 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+7.2% · «как посчитано»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ВОРКСПЕЙС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Вопрос → готовый ответ с графиком и выводом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Топ-5 дилеров по продажам в 2026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37744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15200" y="173736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Вывод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2286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EB"/>
                </a:solidFill>
              </a:rPr>
              <a:t>Лидирует SANA Motors Алматы-Центр — 3 562 шт (доля 24%). Разрыв со вторым дилером 20%.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3657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• KPI + дельты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• автоподбор графика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• «Как посчитано» (план→SQL)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• экспорт PNG · follow-ups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ЯДРО ДОВЕРИЯ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LLM не пишет SQL и не видит строк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10201A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</a:rPr>
              <a:t>LLM ПОЛУЧАЕТ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</a:rPr>
              <a:t>• модель метрик (id, названия)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</a:rPr>
              <a:t>• текст вашего вопроса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</a:rPr>
              <a:t>• уже посчитанные агрегаты для вывода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1A1210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LLM НЕ ПОЛУЧАЕТ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</a:rPr>
              <a:t>• сырые строки данных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</a:rPr>
              <a:t>• право писать исполняемый 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</a:rPr>
              <a:t>• доступ в обход RBAC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098"/>
                </a:solidFill>
              </a:rPr>
              <a:t>Semantic Layer — источник истины. Компилятор собирает SQL из whitelist-фрагментов, значения — параметрами. Галлюцинации закрыты архитектурой.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ВСТРАИВАНИЕ · ТРЕБОВАНИЕ №6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Живёт поверх вашей существующей BI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098"/>
                </a:solidFill>
              </a:rPr>
              <a:t>Плавающая кнопка SANA поверх любого дашборда. Не трогаем ваш код, не мигрируем данные.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0B0F0E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src="https://…/widget.js"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data-pack="auto"&gt;&lt;/script&gt;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одна строка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56032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EEF2F6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Kaz-Analytics BI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3200400"/>
            <a:ext cx="4663440" cy="1280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0" y="4754880"/>
            <a:ext cx="2011680" cy="365760"/>
          </a:xfrm>
          <a:prstGeom prst="rect">
            <a:avLst/>
          </a:prstGeom>
          <a:solidFill>
            <a:srgbClr val="0B0F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✦ Спросить SANA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БЕЗОПАСНОСТЬ · ТРЕБОВАНИЕ №7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Один вопрос — разные данные по правам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«Топ дилеров»: CEO vs Директор региона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3774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92240" y="173736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EB"/>
                </a:solidFill>
              </a:rPr>
              <a:t>RBAC со scope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6656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098"/>
                </a:solidFill>
              </a:rPr>
              <a:t>Фильтр ставит сервер после планирования — вопросом не обойти.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32461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EB"/>
                </a:solidFill>
              </a:rPr>
              <a:t>AuditLog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0" y="3794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098"/>
                </a:solidFill>
              </a:rPr>
              <a:t>Каждый запрос в журнал: кто, что, сколько строк.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92240" y="47548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EB"/>
                </a:solidFill>
              </a:rPr>
              <a:t>Данные в контуре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66560" y="5303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098"/>
                </a:solidFill>
              </a:rPr>
              <a:t>Расчёт в вашей БД (self-host), AI-адаптер on-prem-ready.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ОТРАСЛЕВАЯ НАСТРАИВАЕМОСТЬ · ТРЕБОВАНИЕ №5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3 отрасли на одном ядре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Авто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дилеры · модели · продажи · скидки · сервис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44 724 строки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Ритейл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магазины · категории · продажи · возвраты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19 943 строки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1945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Банк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филиалы · продукты · выдачи · остатки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9 972 строки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098"/>
                </a:solidFill>
              </a:rPr>
              <a:t>Новый отраслевой пак — за 30 минут: один файл (метрики/измерения/синонимы) + сид. Ядро не трогается.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ЭТО РАБОТАЕТ — ЖИВОЙ СТЕНД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Не слайдвер: реальные числа с прода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74 639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</a:rPr>
              <a:t>строк данных в Turso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044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</a:rPr>
              <a:t>вопросов обработано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 мс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</a:rPr>
              <a:t>медиана ответа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2860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9828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98"/>
                </a:solidFill>
              </a:rPr>
              <a:t>тестов зелёных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098"/>
                </a:solidFill>
              </a:rPr>
              <a:t>Ответ по фактическим данным · запись в БД · RBAC · казахский язык · embed поверх чужой BI · авто-инсайты по z-score — всё живое на sana-rho-ten.vercel.app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ГОТОВЫ К ПИЛОТУ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412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6309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2 недели на ваших данных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A098"/>
                </a:solidFill>
              </a:rPr>
              <a:t>Нужен только доступ к витрине и одна встреча по метрикам. Описываем ваш пак по схеме, подключаем read-replica, маппим RBAC на ваши роли — данные остаются в контуре.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EB"/>
                </a:solidFill>
              </a:rPr>
              <a:t>Неделя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Semantic Layer по вашей витрине + подключение источника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3832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41B19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EB"/>
                </a:solidFill>
              </a:rPr>
              <a:t>Неделя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41148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RBAC, тюнинг вопросов, on-prem AI-адаптер, приёмка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3832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0201A"/>
          </a:solidFill>
          <a:ln w="12700">
            <a:solidFill>
              <a:srgbClr val="2A3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E635"/>
                </a:solidFill>
              </a:rPr>
              <a:t>Результат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148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98"/>
                </a:solidFill>
              </a:rPr>
              <a:t>Бизнес спрашивает данные словами — ответ за секунды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SANA · «Спросите свои данные»   ·   партнёрство: +7 700 110 10 55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SANA — Спросите свои данные</dc:title>
  <dc:subject>PptxGenJS Presentation</dc:subject>
  <dc:creator>SANA</dc:creator>
  <cp:lastModifiedBy>SANA</cp:lastModifiedBy>
  <cp:revision>1</cp:revision>
  <dcterms:created xsi:type="dcterms:W3CDTF">2026-07-13T16:48:41Z</dcterms:created>
  <dcterms:modified xsi:type="dcterms:W3CDTF">2026-07-13T16:48:41Z</dcterms:modified>
</cp:coreProperties>
</file>